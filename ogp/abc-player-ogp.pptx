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8" r:id="rId2"/>
    <p:sldId id="257" r:id="rId3"/>
  </p:sldIdLst>
  <p:sldSz cx="12193588" cy="6094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57"/>
    <p:restoredTop sz="94643"/>
  </p:normalViewPr>
  <p:slideViewPr>
    <p:cSldViewPr snapToGrid="0">
      <p:cViewPr varScale="1">
        <p:scale>
          <a:sx n="73" d="100"/>
          <a:sy n="73" d="100"/>
        </p:scale>
        <p:origin x="216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35322-EB9C-4947-815B-864C51DCC349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2E336-B311-4947-89B3-858C49D96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28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F4E7-D740-5DBD-262C-C54B364D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95A328-E8FF-A8E6-922A-B74EFE28D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FEF6D9C-7DC4-C96A-4E66-ED56A19C8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5248F1-682B-198D-DDED-7D171ABB2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2E336-B311-4947-89B3-858C49D9652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38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D1C1BEA-D810-1EE1-5371-118F457D6D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88826" cy="609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4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07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519372"/>
            <a:ext cx="10516970" cy="2535106"/>
          </a:xfrm>
        </p:spPr>
        <p:txBody>
          <a:bodyPr anchor="b"/>
          <a:lstStyle>
            <a:lvl1pPr>
              <a:defRPr sz="53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078461"/>
            <a:ext cx="10516970" cy="1333152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1pPr>
            <a:lvl2pPr marL="406314" indent="0">
              <a:buNone/>
              <a:defRPr sz="1777">
                <a:solidFill>
                  <a:schemeClr val="tx1">
                    <a:tint val="82000"/>
                  </a:schemeClr>
                </a:solidFill>
              </a:defRPr>
            </a:lvl2pPr>
            <a:lvl3pPr marL="812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218941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4pPr>
            <a:lvl5pPr marL="162525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5pPr>
            <a:lvl6pPr marL="2031568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6pPr>
            <a:lvl7pPr marL="2437882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7pPr>
            <a:lvl8pPr marL="284419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8pPr>
            <a:lvl9pPr marL="3250509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65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09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24472"/>
            <a:ext cx="10516970" cy="117797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493978"/>
            <a:ext cx="5158459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226153"/>
            <a:ext cx="5158459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493978"/>
            <a:ext cx="5183863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226153"/>
            <a:ext cx="5183863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9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14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4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877483"/>
            <a:ext cx="6173004" cy="4330983"/>
          </a:xfrm>
        </p:spPr>
        <p:txBody>
          <a:bodyPr/>
          <a:lstStyle>
            <a:lvl1pPr>
              <a:defRPr sz="2844"/>
            </a:lvl1pPr>
            <a:lvl2pPr>
              <a:defRPr sz="2488"/>
            </a:lvl2pPr>
            <a:lvl3pPr>
              <a:defRPr sz="2133"/>
            </a:lvl3pPr>
            <a:lvl4pPr>
              <a:defRPr sz="1777"/>
            </a:lvl4pPr>
            <a:lvl5pPr>
              <a:defRPr sz="1777"/>
            </a:lvl5pPr>
            <a:lvl6pPr>
              <a:defRPr sz="1777"/>
            </a:lvl6pPr>
            <a:lvl7pPr>
              <a:defRPr sz="1777"/>
            </a:lvl7pPr>
            <a:lvl8pPr>
              <a:defRPr sz="1777"/>
            </a:lvl8pPr>
            <a:lvl9pPr>
              <a:defRPr sz="17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66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877483"/>
            <a:ext cx="6173004" cy="4330983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314" indent="0">
              <a:buNone/>
              <a:defRPr sz="2488"/>
            </a:lvl2pPr>
            <a:lvl3pPr marL="812627" indent="0">
              <a:buNone/>
              <a:defRPr sz="2133"/>
            </a:lvl3pPr>
            <a:lvl4pPr marL="1218941" indent="0">
              <a:buNone/>
              <a:defRPr sz="1777"/>
            </a:lvl4pPr>
            <a:lvl5pPr marL="1625255" indent="0">
              <a:buNone/>
              <a:defRPr sz="1777"/>
            </a:lvl5pPr>
            <a:lvl6pPr marL="2031568" indent="0">
              <a:buNone/>
              <a:defRPr sz="1777"/>
            </a:lvl6pPr>
            <a:lvl7pPr marL="2437882" indent="0">
              <a:buNone/>
              <a:defRPr sz="1777"/>
            </a:lvl7pPr>
            <a:lvl8pPr marL="2844195" indent="0">
              <a:buNone/>
              <a:defRPr sz="1777"/>
            </a:lvl8pPr>
            <a:lvl9pPr marL="3250509" indent="0">
              <a:buNone/>
              <a:defRPr sz="177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8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76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24471"/>
            <a:ext cx="2629242" cy="51647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24471"/>
            <a:ext cx="7735307" cy="51647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66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24472"/>
            <a:ext cx="10516970" cy="1177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622355"/>
            <a:ext cx="10516970" cy="386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D25D-9672-1046-9F68-22A5AFD0674C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5648618"/>
            <a:ext cx="4115336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69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627" rtl="0" eaLnBrk="1" latinLnBrk="0" hangingPunct="1">
        <a:lnSpc>
          <a:spcPct val="90000"/>
        </a:lnSpc>
        <a:spcBef>
          <a:spcPct val="0"/>
        </a:spcBef>
        <a:buNone/>
        <a:defRPr kumimoji="1" sz="3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157" indent="-203157" algn="l" defTabSz="812627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2488" kern="1200">
          <a:solidFill>
            <a:schemeClr val="tx1"/>
          </a:solidFill>
          <a:latin typeface="+mn-lt"/>
          <a:ea typeface="+mn-ea"/>
          <a:cs typeface="+mn-cs"/>
        </a:defRPr>
      </a:lvl1pPr>
      <a:lvl2pPr marL="609470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5784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777" kern="1200">
          <a:solidFill>
            <a:schemeClr val="tx1"/>
          </a:solidFill>
          <a:latin typeface="+mn-lt"/>
          <a:ea typeface="+mn-ea"/>
          <a:cs typeface="+mn-cs"/>
        </a:defRPr>
      </a:lvl3pPr>
      <a:lvl4pPr marL="1422098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11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4725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039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7352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3666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14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627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41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25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568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7882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19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509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3F3A2CB-91AF-BF7D-829A-88B2C88D2B29}"/>
              </a:ext>
            </a:extLst>
          </p:cNvPr>
          <p:cNvGrpSpPr/>
          <p:nvPr/>
        </p:nvGrpSpPr>
        <p:grpSpPr>
          <a:xfrm>
            <a:off x="365664" y="-305381"/>
            <a:ext cx="10519527" cy="6152655"/>
            <a:chOff x="365664" y="-305381"/>
            <a:chExt cx="10519527" cy="6152655"/>
          </a:xfrm>
        </p:grpSpPr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F914B07C-3689-5943-8E34-D2E93D7A20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08394" y="-305381"/>
              <a:ext cx="9576797" cy="5386948"/>
            </a:xfrm>
            <a:prstGeom prst="rect">
              <a:avLst/>
            </a:prstGeom>
          </p:spPr>
        </p:pic>
        <p:pic>
          <p:nvPicPr>
            <p:cNvPr id="10" name="グラフィックス 9">
              <a:extLst>
                <a:ext uri="{FF2B5EF4-FFF2-40B4-BE49-F238E27FC236}">
                  <a16:creationId xmlns:a16="http://schemas.microsoft.com/office/drawing/2014/main" id="{5B3652FA-50A1-AF90-032B-D678B3D0EB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5664" y="0"/>
              <a:ext cx="4942702" cy="2780270"/>
            </a:xfrm>
            <a:prstGeom prst="rect">
              <a:avLst/>
            </a:prstGeom>
          </p:spPr>
        </p:pic>
        <p:pic>
          <p:nvPicPr>
            <p:cNvPr id="11" name="グラフィックス 10">
              <a:extLst>
                <a:ext uri="{FF2B5EF4-FFF2-40B4-BE49-F238E27FC236}">
                  <a16:creationId xmlns:a16="http://schemas.microsoft.com/office/drawing/2014/main" id="{ABC71186-A5DD-2321-9078-F90A6BF351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72557" y="2798800"/>
              <a:ext cx="3048474" cy="3048474"/>
            </a:xfrm>
            <a:prstGeom prst="rect">
              <a:avLst/>
            </a:prstGeom>
          </p:spPr>
        </p:pic>
        <p:pic>
          <p:nvPicPr>
            <p:cNvPr id="17" name="グラフィックス 16">
              <a:extLst>
                <a:ext uri="{FF2B5EF4-FFF2-40B4-BE49-F238E27FC236}">
                  <a16:creationId xmlns:a16="http://schemas.microsoft.com/office/drawing/2014/main" id="{B7D7D46A-575F-90D6-BBB2-230D65CB10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2778" y="2780270"/>
              <a:ext cx="3048474" cy="3048474"/>
            </a:xfrm>
            <a:prstGeom prst="rect">
              <a:avLst/>
            </a:prstGeom>
          </p:spPr>
        </p:pic>
        <p:pic>
          <p:nvPicPr>
            <p:cNvPr id="18" name="グラフィックス 17">
              <a:extLst>
                <a:ext uri="{FF2B5EF4-FFF2-40B4-BE49-F238E27FC236}">
                  <a16:creationId xmlns:a16="http://schemas.microsoft.com/office/drawing/2014/main" id="{BC967817-9594-B063-0118-D2D72FD3D4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32336" y="2798800"/>
              <a:ext cx="3048474" cy="30484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147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7E7B-0FAD-BF2C-9486-770E8E1A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59082A5D-CBB5-7300-2534-12C93FF0DEB4}"/>
              </a:ext>
            </a:extLst>
          </p:cNvPr>
          <p:cNvGrpSpPr/>
          <p:nvPr/>
        </p:nvGrpSpPr>
        <p:grpSpPr>
          <a:xfrm>
            <a:off x="365664" y="-305381"/>
            <a:ext cx="10519527" cy="6152655"/>
            <a:chOff x="365664" y="-305381"/>
            <a:chExt cx="10519527" cy="6152655"/>
          </a:xfrm>
        </p:grpSpPr>
        <p:pic>
          <p:nvPicPr>
            <p:cNvPr id="3" name="グラフィックス 2">
              <a:extLst>
                <a:ext uri="{FF2B5EF4-FFF2-40B4-BE49-F238E27FC236}">
                  <a16:creationId xmlns:a16="http://schemas.microsoft.com/office/drawing/2014/main" id="{0BDF07F4-A730-595F-04DA-69DC798EBA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08394" y="-305381"/>
              <a:ext cx="9576797" cy="5386948"/>
            </a:xfrm>
            <a:prstGeom prst="rect">
              <a:avLst/>
            </a:prstGeom>
          </p:spPr>
        </p:pic>
        <p:pic>
          <p:nvPicPr>
            <p:cNvPr id="4" name="グラフィックス 3">
              <a:extLst>
                <a:ext uri="{FF2B5EF4-FFF2-40B4-BE49-F238E27FC236}">
                  <a16:creationId xmlns:a16="http://schemas.microsoft.com/office/drawing/2014/main" id="{0BA9E2BC-F32C-F313-70D8-5E9D5C7BC9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5664" y="0"/>
              <a:ext cx="4942702" cy="2780270"/>
            </a:xfrm>
            <a:prstGeom prst="rect">
              <a:avLst/>
            </a:prstGeom>
          </p:spPr>
        </p:pic>
        <p:pic>
          <p:nvPicPr>
            <p:cNvPr id="6" name="グラフィックス 5">
              <a:extLst>
                <a:ext uri="{FF2B5EF4-FFF2-40B4-BE49-F238E27FC236}">
                  <a16:creationId xmlns:a16="http://schemas.microsoft.com/office/drawing/2014/main" id="{92C065A6-91CD-1E7C-E6A9-872A462BC6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72557" y="2798800"/>
              <a:ext cx="3048474" cy="3048474"/>
            </a:xfrm>
            <a:prstGeom prst="rect">
              <a:avLst/>
            </a:prstGeom>
          </p:spPr>
        </p:pic>
        <p:pic>
          <p:nvPicPr>
            <p:cNvPr id="8" name="グラフィックス 7">
              <a:extLst>
                <a:ext uri="{FF2B5EF4-FFF2-40B4-BE49-F238E27FC236}">
                  <a16:creationId xmlns:a16="http://schemas.microsoft.com/office/drawing/2014/main" id="{202F9E1F-3DBD-7E83-1BBB-FC826531B5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12778" y="2780270"/>
              <a:ext cx="3048474" cy="3048474"/>
            </a:xfrm>
            <a:prstGeom prst="rect">
              <a:avLst/>
            </a:prstGeom>
          </p:spPr>
        </p:pic>
        <p:pic>
          <p:nvPicPr>
            <p:cNvPr id="16" name="グラフィックス 15">
              <a:extLst>
                <a:ext uri="{FF2B5EF4-FFF2-40B4-BE49-F238E27FC236}">
                  <a16:creationId xmlns:a16="http://schemas.microsoft.com/office/drawing/2014/main" id="{5C094E95-70CB-B072-42B9-0AFD744ACD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32336" y="2798800"/>
              <a:ext cx="3048474" cy="30484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344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1</Words>
  <Application>Microsoft Macintosh PowerPoint</Application>
  <PresentationFormat>ユーザー設定</PresentationFormat>
  <Paragraphs>1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Toshiki Iga</dc:creator>
  <cp:lastModifiedBy>Toshiki Iga</cp:lastModifiedBy>
  <cp:revision>26</cp:revision>
  <dcterms:created xsi:type="dcterms:W3CDTF">2026-03-31T15:52:12Z</dcterms:created>
  <dcterms:modified xsi:type="dcterms:W3CDTF">2026-04-04T21:47:44Z</dcterms:modified>
</cp:coreProperties>
</file>