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57" r:id="rId3"/>
  </p:sldIdLst>
  <p:sldSz cx="12193588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84"/>
    <p:restoredTop sz="94643"/>
  </p:normalViewPr>
  <p:slideViewPr>
    <p:cSldViewPr snapToGrid="0">
      <p:cViewPr varScale="1">
        <p:scale>
          <a:sx n="104" d="100"/>
          <a:sy n="104" d="100"/>
        </p:scale>
        <p:origin x="24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35322-EB9C-4947-815B-864C51DCC349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E336-B311-4947-89B3-858C49D96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8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F4E7-D740-5DBD-262C-C54B364D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95A328-E8FF-A8E6-922A-B74EFE28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FEF6D9C-7DC4-C96A-4E66-ED56A19C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5248F1-682B-198D-DDED-7D171ABB2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2E336-B311-4947-89B3-858C49D9652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3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D1C1BEA-D810-1EE1-5371-118F457D6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88826" cy="60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519372"/>
            <a:ext cx="1051697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078461"/>
            <a:ext cx="1051697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6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09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24472"/>
            <a:ext cx="10516970" cy="117797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493978"/>
            <a:ext cx="5158459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226153"/>
            <a:ext cx="5158459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493978"/>
            <a:ext cx="5183863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226153"/>
            <a:ext cx="5183863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14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877483"/>
            <a:ext cx="6173004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877483"/>
            <a:ext cx="6173004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76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24471"/>
            <a:ext cx="2629242" cy="51647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24471"/>
            <a:ext cx="7735307" cy="51647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6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24472"/>
            <a:ext cx="1051697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622355"/>
            <a:ext cx="1051697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D25D-9672-1046-9F68-22A5AFD0674C}" type="datetimeFigureOut">
              <a:rPr kumimoji="1" lang="ja-JP" altLang="en-US" smtClean="0"/>
              <a:t>2026/4/4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5648618"/>
            <a:ext cx="4115336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6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kumimoji="1"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F4651E18-EDE8-7CFC-D54E-28F608CE2C2A}"/>
              </a:ext>
            </a:extLst>
          </p:cNvPr>
          <p:cNvGrpSpPr/>
          <p:nvPr/>
        </p:nvGrpSpPr>
        <p:grpSpPr>
          <a:xfrm>
            <a:off x="-687866" y="-842256"/>
            <a:ext cx="13569319" cy="6749849"/>
            <a:chOff x="-687866" y="-842256"/>
            <a:chExt cx="13569319" cy="6749849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1ACDFF54-153B-41CE-7130-47DA74360A34}"/>
                </a:ext>
              </a:extLst>
            </p:cNvPr>
            <p:cNvGrpSpPr/>
            <p:nvPr/>
          </p:nvGrpSpPr>
          <p:grpSpPr>
            <a:xfrm>
              <a:off x="-687866" y="-842256"/>
              <a:ext cx="13569319" cy="5355639"/>
              <a:chOff x="-999031" y="-726831"/>
              <a:chExt cx="13569319" cy="5355639"/>
            </a:xfrm>
          </p:grpSpPr>
          <p:pic>
            <p:nvPicPr>
              <p:cNvPr id="24" name="グラフィックス 23">
                <a:extLst>
                  <a:ext uri="{FF2B5EF4-FFF2-40B4-BE49-F238E27FC236}">
                    <a16:creationId xmlns:a16="http://schemas.microsoft.com/office/drawing/2014/main" id="{C572D6C4-9AB5-41FB-AD32-A166AEE9A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-999031" y="-433625"/>
                <a:ext cx="8673234" cy="4878695"/>
              </a:xfrm>
              <a:prstGeom prst="rect">
                <a:avLst/>
              </a:prstGeom>
            </p:spPr>
          </p:pic>
          <p:pic>
            <p:nvPicPr>
              <p:cNvPr id="25" name="グラフィックス 24">
                <a:extLst>
                  <a:ext uri="{FF2B5EF4-FFF2-40B4-BE49-F238E27FC236}">
                    <a16:creationId xmlns:a16="http://schemas.microsoft.com/office/drawing/2014/main" id="{2CE9090C-6127-65DC-B044-26B00B7B15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049152" y="-726831"/>
                <a:ext cx="9521136" cy="5355639"/>
              </a:xfrm>
              <a:prstGeom prst="rect">
                <a:avLst/>
              </a:prstGeom>
            </p:spPr>
          </p:pic>
        </p:grpSp>
        <p:pic>
          <p:nvPicPr>
            <p:cNvPr id="14" name="グラフィックス 13">
              <a:extLst>
                <a:ext uri="{FF2B5EF4-FFF2-40B4-BE49-F238E27FC236}">
                  <a16:creationId xmlns:a16="http://schemas.microsoft.com/office/drawing/2014/main" id="{ED81A1D4-9E22-BC32-861B-1D93E15DBF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4477" y="2307300"/>
              <a:ext cx="3600293" cy="3600293"/>
            </a:xfrm>
            <a:prstGeom prst="rect">
              <a:avLst/>
            </a:prstGeom>
          </p:spPr>
        </p:pic>
        <p:pic>
          <p:nvPicPr>
            <p:cNvPr id="15" name="グラフィックス 14">
              <a:extLst>
                <a:ext uri="{FF2B5EF4-FFF2-40B4-BE49-F238E27FC236}">
                  <a16:creationId xmlns:a16="http://schemas.microsoft.com/office/drawing/2014/main" id="{46C137D7-C4AD-00B0-CF34-7AE4CAE460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96647" y="2307299"/>
              <a:ext cx="3600293" cy="3600293"/>
            </a:xfrm>
            <a:prstGeom prst="rect">
              <a:avLst/>
            </a:prstGeom>
          </p:spPr>
        </p:pic>
        <p:pic>
          <p:nvPicPr>
            <p:cNvPr id="16" name="グラフィックス 15">
              <a:extLst>
                <a:ext uri="{FF2B5EF4-FFF2-40B4-BE49-F238E27FC236}">
                  <a16:creationId xmlns:a16="http://schemas.microsoft.com/office/drawing/2014/main" id="{C73E30B2-8CC0-91E7-A048-31A5D81D8B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38820" y="2307299"/>
              <a:ext cx="3600293" cy="36002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147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7E7B-0FAD-BF2C-9486-770E8E1A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A4B4732-B6E8-7998-BE1E-253AD77F39CD}"/>
              </a:ext>
            </a:extLst>
          </p:cNvPr>
          <p:cNvGrpSpPr/>
          <p:nvPr/>
        </p:nvGrpSpPr>
        <p:grpSpPr>
          <a:xfrm>
            <a:off x="-687866" y="-842256"/>
            <a:ext cx="13569319" cy="6749849"/>
            <a:chOff x="-687866" y="-842256"/>
            <a:chExt cx="13569319" cy="6749849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F7F20085-8F24-5E20-A255-3ED0D26E35CA}"/>
                </a:ext>
              </a:extLst>
            </p:cNvPr>
            <p:cNvGrpSpPr/>
            <p:nvPr/>
          </p:nvGrpSpPr>
          <p:grpSpPr>
            <a:xfrm>
              <a:off x="-687866" y="-842256"/>
              <a:ext cx="13569319" cy="5355639"/>
              <a:chOff x="-999031" y="-726831"/>
              <a:chExt cx="13569319" cy="5355639"/>
            </a:xfrm>
          </p:grpSpPr>
          <p:pic>
            <p:nvPicPr>
              <p:cNvPr id="14" name="グラフィックス 13">
                <a:extLst>
                  <a:ext uri="{FF2B5EF4-FFF2-40B4-BE49-F238E27FC236}">
                    <a16:creationId xmlns:a16="http://schemas.microsoft.com/office/drawing/2014/main" id="{7728FA01-72BD-2E67-E814-3D787A312E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-999031" y="-433625"/>
                <a:ext cx="8673234" cy="4878695"/>
              </a:xfrm>
              <a:prstGeom prst="rect">
                <a:avLst/>
              </a:prstGeom>
            </p:spPr>
          </p:pic>
          <p:pic>
            <p:nvPicPr>
              <p:cNvPr id="15" name="グラフィックス 14">
                <a:extLst>
                  <a:ext uri="{FF2B5EF4-FFF2-40B4-BE49-F238E27FC236}">
                    <a16:creationId xmlns:a16="http://schemas.microsoft.com/office/drawing/2014/main" id="{0ACCFD39-3DF1-2FCC-42A7-0F9E9361E6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049152" y="-726831"/>
                <a:ext cx="9521136" cy="5355639"/>
              </a:xfrm>
              <a:prstGeom prst="rect">
                <a:avLst/>
              </a:prstGeom>
            </p:spPr>
          </p:pic>
        </p:grpSp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236813D8-18B3-A8A5-67EE-D93076F5CA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4477" y="2307300"/>
              <a:ext cx="3600293" cy="3600293"/>
            </a:xfrm>
            <a:prstGeom prst="rect">
              <a:avLst/>
            </a:prstGeom>
          </p:spPr>
        </p:pic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A627B1B4-273D-20C2-7FA9-B9B0F6AA29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96647" y="2307299"/>
              <a:ext cx="3600293" cy="3600293"/>
            </a:xfrm>
            <a:prstGeom prst="rect">
              <a:avLst/>
            </a:prstGeom>
          </p:spPr>
        </p:pic>
        <p:pic>
          <p:nvPicPr>
            <p:cNvPr id="13" name="グラフィックス 12">
              <a:extLst>
                <a:ext uri="{FF2B5EF4-FFF2-40B4-BE49-F238E27FC236}">
                  <a16:creationId xmlns:a16="http://schemas.microsoft.com/office/drawing/2014/main" id="{DBE7E813-81FD-007B-E84B-96C2092ADC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38820" y="2307299"/>
              <a:ext cx="3600293" cy="36002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34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1</Words>
  <Application>Microsoft Macintosh PowerPoint</Application>
  <PresentationFormat>ユーザー設定</PresentationFormat>
  <Paragraphs>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Toshiki Iga</dc:creator>
  <cp:lastModifiedBy>Toshiki Iga</cp:lastModifiedBy>
  <cp:revision>24</cp:revision>
  <dcterms:created xsi:type="dcterms:W3CDTF">2026-03-31T15:52:12Z</dcterms:created>
  <dcterms:modified xsi:type="dcterms:W3CDTF">2026-04-04T01:29:41Z</dcterms:modified>
</cp:coreProperties>
</file>