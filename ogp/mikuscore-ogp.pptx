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8" r:id="rId2"/>
    <p:sldId id="257" r:id="rId3"/>
  </p:sldIdLst>
  <p:sldSz cx="12193588" cy="60944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85"/>
    <p:restoredTop sz="94643"/>
  </p:normalViewPr>
  <p:slideViewPr>
    <p:cSldViewPr snapToGrid="0">
      <p:cViewPr varScale="1">
        <p:scale>
          <a:sx n="109" d="100"/>
          <a:sy n="109" d="100"/>
        </p:scale>
        <p:origin x="20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35322-EB9C-4947-815B-864C51DCC349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1143000"/>
            <a:ext cx="6172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C2E336-B311-4947-89B3-858C49D965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028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F4E7-D740-5DBD-262C-C54B364D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95A328-E8FF-A8E6-922A-B74EFE28D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FEF6D9C-7DC4-C96A-4E66-ED56A19C8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5248F1-682B-198D-DDED-7D171ABB2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C2E336-B311-4947-89B3-858C49D9652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38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D1C1BEA-D810-1EE1-5371-118F457D6D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88826" cy="609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24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3074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8" y="1519372"/>
            <a:ext cx="10516970" cy="2535106"/>
          </a:xfrm>
        </p:spPr>
        <p:txBody>
          <a:bodyPr anchor="b"/>
          <a:lstStyle>
            <a:lvl1pPr>
              <a:defRPr sz="533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8" y="4078461"/>
            <a:ext cx="10516970" cy="1333152"/>
          </a:xfrm>
        </p:spPr>
        <p:txBody>
          <a:bodyPr/>
          <a:lstStyle>
            <a:lvl1pPr marL="0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1pPr>
            <a:lvl2pPr marL="406314" indent="0">
              <a:buNone/>
              <a:defRPr sz="1777">
                <a:solidFill>
                  <a:schemeClr val="tx1">
                    <a:tint val="82000"/>
                  </a:schemeClr>
                </a:solidFill>
              </a:defRPr>
            </a:lvl2pPr>
            <a:lvl3pPr marL="812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3pPr>
            <a:lvl4pPr marL="1218941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4pPr>
            <a:lvl5pPr marL="162525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5pPr>
            <a:lvl6pPr marL="2031568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6pPr>
            <a:lvl7pPr marL="2437882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7pPr>
            <a:lvl8pPr marL="284419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8pPr>
            <a:lvl9pPr marL="3250509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65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09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324472"/>
            <a:ext cx="10516970" cy="117797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8" y="1493978"/>
            <a:ext cx="5158459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8" y="2226153"/>
            <a:ext cx="5158459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4" y="1493978"/>
            <a:ext cx="5183863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4" y="2226153"/>
            <a:ext cx="5183863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897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141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3459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877483"/>
            <a:ext cx="6173004" cy="4330983"/>
          </a:xfrm>
        </p:spPr>
        <p:txBody>
          <a:bodyPr/>
          <a:lstStyle>
            <a:lvl1pPr>
              <a:defRPr sz="2844"/>
            </a:lvl1pPr>
            <a:lvl2pPr>
              <a:defRPr sz="2488"/>
            </a:lvl2pPr>
            <a:lvl3pPr>
              <a:defRPr sz="2133"/>
            </a:lvl3pPr>
            <a:lvl4pPr>
              <a:defRPr sz="1777"/>
            </a:lvl4pPr>
            <a:lvl5pPr>
              <a:defRPr sz="1777"/>
            </a:lvl5pPr>
            <a:lvl6pPr>
              <a:defRPr sz="1777"/>
            </a:lvl6pPr>
            <a:lvl7pPr>
              <a:defRPr sz="1777"/>
            </a:lvl7pPr>
            <a:lvl8pPr>
              <a:defRPr sz="1777"/>
            </a:lvl8pPr>
            <a:lvl9pPr>
              <a:defRPr sz="17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66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877483"/>
            <a:ext cx="6173004" cy="4330983"/>
          </a:xfrm>
        </p:spPr>
        <p:txBody>
          <a:bodyPr anchor="t"/>
          <a:lstStyle>
            <a:lvl1pPr marL="0" indent="0">
              <a:buNone/>
              <a:defRPr sz="2844"/>
            </a:lvl1pPr>
            <a:lvl2pPr marL="406314" indent="0">
              <a:buNone/>
              <a:defRPr sz="2488"/>
            </a:lvl2pPr>
            <a:lvl3pPr marL="812627" indent="0">
              <a:buNone/>
              <a:defRPr sz="2133"/>
            </a:lvl3pPr>
            <a:lvl4pPr marL="1218941" indent="0">
              <a:buNone/>
              <a:defRPr sz="1777"/>
            </a:lvl4pPr>
            <a:lvl5pPr marL="1625255" indent="0">
              <a:buNone/>
              <a:defRPr sz="1777"/>
            </a:lvl5pPr>
            <a:lvl6pPr marL="2031568" indent="0">
              <a:buNone/>
              <a:defRPr sz="1777"/>
            </a:lvl6pPr>
            <a:lvl7pPr marL="2437882" indent="0">
              <a:buNone/>
              <a:defRPr sz="1777"/>
            </a:lvl7pPr>
            <a:lvl8pPr marL="2844195" indent="0">
              <a:buNone/>
              <a:defRPr sz="1777"/>
            </a:lvl8pPr>
            <a:lvl9pPr marL="3250509" indent="0">
              <a:buNone/>
              <a:defRPr sz="177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381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0769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324471"/>
            <a:ext cx="2629242" cy="516473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09" y="324471"/>
            <a:ext cx="7735307" cy="516473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6666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324472"/>
            <a:ext cx="10516970" cy="11779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1622355"/>
            <a:ext cx="10516970" cy="3866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91D25D-9672-1046-9F68-22A5AFD0674C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5648618"/>
            <a:ext cx="4115336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0690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627" rtl="0" eaLnBrk="1" latinLnBrk="0" hangingPunct="1">
        <a:lnSpc>
          <a:spcPct val="90000"/>
        </a:lnSpc>
        <a:spcBef>
          <a:spcPct val="0"/>
        </a:spcBef>
        <a:buNone/>
        <a:defRPr kumimoji="1" sz="39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157" indent="-203157" algn="l" defTabSz="812627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kumimoji="1" sz="2488" kern="1200">
          <a:solidFill>
            <a:schemeClr val="tx1"/>
          </a:solidFill>
          <a:latin typeface="+mn-lt"/>
          <a:ea typeface="+mn-ea"/>
          <a:cs typeface="+mn-cs"/>
        </a:defRPr>
      </a:lvl1pPr>
      <a:lvl2pPr marL="609470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2133" kern="1200">
          <a:solidFill>
            <a:schemeClr val="tx1"/>
          </a:solidFill>
          <a:latin typeface="+mn-lt"/>
          <a:ea typeface="+mn-ea"/>
          <a:cs typeface="+mn-cs"/>
        </a:defRPr>
      </a:lvl2pPr>
      <a:lvl3pPr marL="1015784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777" kern="1200">
          <a:solidFill>
            <a:schemeClr val="tx1"/>
          </a:solidFill>
          <a:latin typeface="+mn-lt"/>
          <a:ea typeface="+mn-ea"/>
          <a:cs typeface="+mn-cs"/>
        </a:defRPr>
      </a:lvl3pPr>
      <a:lvl4pPr marL="1422098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11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725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641039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352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666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14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627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41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25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568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882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19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509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4651E18-EDE8-7CFC-D54E-28F608CE2C2A}"/>
              </a:ext>
            </a:extLst>
          </p:cNvPr>
          <p:cNvGrpSpPr/>
          <p:nvPr/>
        </p:nvGrpSpPr>
        <p:grpSpPr>
          <a:xfrm>
            <a:off x="-687866" y="-842256"/>
            <a:ext cx="13569319" cy="6749849"/>
            <a:chOff x="-687866" y="-842256"/>
            <a:chExt cx="13569319" cy="6749849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ACDFF54-153B-41CE-7130-47DA74360A34}"/>
                </a:ext>
              </a:extLst>
            </p:cNvPr>
            <p:cNvGrpSpPr/>
            <p:nvPr/>
          </p:nvGrpSpPr>
          <p:grpSpPr>
            <a:xfrm>
              <a:off x="-687866" y="-842256"/>
              <a:ext cx="13569319" cy="5355639"/>
              <a:chOff x="-999031" y="-726831"/>
              <a:chExt cx="13569319" cy="5355639"/>
            </a:xfrm>
          </p:grpSpPr>
          <p:pic>
            <p:nvPicPr>
              <p:cNvPr id="24" name="グラフィックス 23">
                <a:extLst>
                  <a:ext uri="{FF2B5EF4-FFF2-40B4-BE49-F238E27FC236}">
                    <a16:creationId xmlns:a16="http://schemas.microsoft.com/office/drawing/2014/main" id="{C572D6C4-9AB5-41FB-AD32-A166AEE9A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999031" y="-433625"/>
                <a:ext cx="8673234" cy="4878695"/>
              </a:xfrm>
              <a:prstGeom prst="rect">
                <a:avLst/>
              </a:prstGeom>
            </p:spPr>
          </p:pic>
          <p:pic>
            <p:nvPicPr>
              <p:cNvPr id="25" name="グラフィックス 24">
                <a:extLst>
                  <a:ext uri="{FF2B5EF4-FFF2-40B4-BE49-F238E27FC236}">
                    <a16:creationId xmlns:a16="http://schemas.microsoft.com/office/drawing/2014/main" id="{2CE9090C-6127-65DC-B044-26B00B7B15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49152" y="-726831"/>
                <a:ext cx="9521136" cy="5355639"/>
              </a:xfrm>
              <a:prstGeom prst="rect">
                <a:avLst/>
              </a:prstGeom>
            </p:spPr>
          </p:pic>
        </p:grpSp>
        <p:pic>
          <p:nvPicPr>
            <p:cNvPr id="14" name="グラフィックス 13">
              <a:extLst>
                <a:ext uri="{FF2B5EF4-FFF2-40B4-BE49-F238E27FC236}">
                  <a16:creationId xmlns:a16="http://schemas.microsoft.com/office/drawing/2014/main" id="{ED81A1D4-9E22-BC32-861B-1D93E15DB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4477" y="2307300"/>
              <a:ext cx="3600293" cy="3600293"/>
            </a:xfrm>
            <a:prstGeom prst="rect">
              <a:avLst/>
            </a:prstGeom>
          </p:spPr>
        </p:pic>
        <p:pic>
          <p:nvPicPr>
            <p:cNvPr id="15" name="グラフィックス 14">
              <a:extLst>
                <a:ext uri="{FF2B5EF4-FFF2-40B4-BE49-F238E27FC236}">
                  <a16:creationId xmlns:a16="http://schemas.microsoft.com/office/drawing/2014/main" id="{46C137D7-C4AD-00B0-CF34-7AE4CAE460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6647" y="2307299"/>
              <a:ext cx="3600293" cy="3600293"/>
            </a:xfrm>
            <a:prstGeom prst="rect">
              <a:avLst/>
            </a:prstGeom>
          </p:spPr>
        </p:pic>
        <p:pic>
          <p:nvPicPr>
            <p:cNvPr id="16" name="グラフィックス 15">
              <a:extLst>
                <a:ext uri="{FF2B5EF4-FFF2-40B4-BE49-F238E27FC236}">
                  <a16:creationId xmlns:a16="http://schemas.microsoft.com/office/drawing/2014/main" id="{C73E30B2-8CC0-91E7-A048-31A5D81D8B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439265" y="2307299"/>
              <a:ext cx="3600293" cy="36002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1478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87E7B-0FAD-BF2C-9486-770E8E1A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007BA3BB-565A-7985-7EA8-3496288C6301}"/>
              </a:ext>
            </a:extLst>
          </p:cNvPr>
          <p:cNvGrpSpPr/>
          <p:nvPr/>
        </p:nvGrpSpPr>
        <p:grpSpPr>
          <a:xfrm>
            <a:off x="-687866" y="-842256"/>
            <a:ext cx="13569319" cy="6749849"/>
            <a:chOff x="-687866" y="-842256"/>
            <a:chExt cx="13569319" cy="6749849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F496FD6B-0957-0FED-2BE7-62EA267731ED}"/>
                </a:ext>
              </a:extLst>
            </p:cNvPr>
            <p:cNvGrpSpPr/>
            <p:nvPr/>
          </p:nvGrpSpPr>
          <p:grpSpPr>
            <a:xfrm>
              <a:off x="-687866" y="-842256"/>
              <a:ext cx="13569319" cy="5355639"/>
              <a:chOff x="-999031" y="-726831"/>
              <a:chExt cx="13569319" cy="5355639"/>
            </a:xfrm>
          </p:grpSpPr>
          <p:pic>
            <p:nvPicPr>
              <p:cNvPr id="7" name="グラフィックス 6">
                <a:extLst>
                  <a:ext uri="{FF2B5EF4-FFF2-40B4-BE49-F238E27FC236}">
                    <a16:creationId xmlns:a16="http://schemas.microsoft.com/office/drawing/2014/main" id="{4C6D20EC-72EE-CB33-8230-BC63E848F6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999031" y="-433625"/>
                <a:ext cx="8673234" cy="4878695"/>
              </a:xfrm>
              <a:prstGeom prst="rect">
                <a:avLst/>
              </a:prstGeom>
            </p:spPr>
          </p:pic>
          <p:pic>
            <p:nvPicPr>
              <p:cNvPr id="8" name="グラフィックス 7">
                <a:extLst>
                  <a:ext uri="{FF2B5EF4-FFF2-40B4-BE49-F238E27FC236}">
                    <a16:creationId xmlns:a16="http://schemas.microsoft.com/office/drawing/2014/main" id="{DCFE7A4A-AD4B-098B-D1C0-2B80D18557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049152" y="-726831"/>
                <a:ext cx="9521136" cy="5355639"/>
              </a:xfrm>
              <a:prstGeom prst="rect">
                <a:avLst/>
              </a:prstGeom>
            </p:spPr>
          </p:pic>
        </p:grpSp>
        <p:pic>
          <p:nvPicPr>
            <p:cNvPr id="4" name="グラフィックス 3">
              <a:extLst>
                <a:ext uri="{FF2B5EF4-FFF2-40B4-BE49-F238E27FC236}">
                  <a16:creationId xmlns:a16="http://schemas.microsoft.com/office/drawing/2014/main" id="{78A095A6-2143-0183-70B6-0ED137F1A2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4477" y="2307300"/>
              <a:ext cx="3600293" cy="360029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F5BE27F4-7140-7E73-F50B-4AAD255D4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296647" y="2307299"/>
              <a:ext cx="3600293" cy="3600293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97DB4BE2-36D3-B240-91A4-4BB25078AB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39265" y="2307299"/>
              <a:ext cx="3600293" cy="36002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3446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1</Words>
  <Application>Microsoft Macintosh PowerPoint</Application>
  <PresentationFormat>ユーザー設定</PresentationFormat>
  <Paragraphs>1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Toshiki Iga</dc:creator>
  <cp:lastModifiedBy>Toshiki Iga</cp:lastModifiedBy>
  <cp:revision>23</cp:revision>
  <dcterms:created xsi:type="dcterms:W3CDTF">2026-03-31T15:52:12Z</dcterms:created>
  <dcterms:modified xsi:type="dcterms:W3CDTF">2026-04-04T01:18:53Z</dcterms:modified>
</cp:coreProperties>
</file>