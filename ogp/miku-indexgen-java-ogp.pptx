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43"/>
  </p:normalViewPr>
  <p:slideViewPr>
    <p:cSldViewPr snapToGrid="0">
      <p:cViewPr varScale="1">
        <p:scale>
          <a:sx n="105" d="100"/>
          <a:sy n="105" d="100"/>
        </p:scale>
        <p:origin x="-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2E1375-D8FB-9BD6-668F-27A9DE183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01436" y="-344784"/>
            <a:ext cx="7458400" cy="4195351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B1BF6E82-978A-B7C9-222E-17AC27008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2606" y="48307"/>
            <a:ext cx="10662750" cy="5997797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F804F19E-3EFC-B71B-E837-1AB5B19B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4537" y="603304"/>
            <a:ext cx="8484123" cy="4772319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CEDF0726-FB8B-3877-5CEA-FF42E5D1B0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9054" y="3397559"/>
            <a:ext cx="2355479" cy="2355479"/>
          </a:xfrm>
          <a:prstGeom prst="rect">
            <a:avLst/>
          </a:prstGeom>
        </p:spPr>
      </p:pic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C76C2B4A-3384-5347-71E2-A7427F569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6598" y="3435356"/>
            <a:ext cx="2355479" cy="2355479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B19D0D8E-8618-BBB8-08EB-B36528812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1642" y="3397559"/>
            <a:ext cx="2355479" cy="2355479"/>
          </a:xfrm>
          <a:prstGeom prst="rect">
            <a:avLst/>
          </a:prstGeom>
        </p:spPr>
      </p:pic>
      <p:sp>
        <p:nvSpPr>
          <p:cNvPr id="18" name="右矢印 17">
            <a:extLst>
              <a:ext uri="{FF2B5EF4-FFF2-40B4-BE49-F238E27FC236}">
                <a16:creationId xmlns:a16="http://schemas.microsoft.com/office/drawing/2014/main" id="{A4E80DB6-BF2C-85CB-36AA-732A975D823E}"/>
              </a:ext>
            </a:extLst>
          </p:cNvPr>
          <p:cNvSpPr/>
          <p:nvPr/>
        </p:nvSpPr>
        <p:spPr>
          <a:xfrm>
            <a:off x="3997675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7E3CA8C7-5841-F06D-1EAE-53070B2A4E74}"/>
              </a:ext>
            </a:extLst>
          </p:cNvPr>
          <p:cNvSpPr/>
          <p:nvPr/>
        </p:nvSpPr>
        <p:spPr>
          <a:xfrm rot="10800000">
            <a:off x="7232631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CA56CF7D-492F-D024-E6FD-D5567DAE0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9756" y="-470766"/>
            <a:ext cx="7688287" cy="38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34A6B846-3C10-79C2-ABDF-C73DF7F05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1436" y="-344784"/>
            <a:ext cx="7458400" cy="4195351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4C500A7C-43B1-C119-BDA4-C6194C338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62606" y="48307"/>
            <a:ext cx="10662750" cy="5997797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565FFF66-53D1-5A58-C2DA-91AFBE4A0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4537" y="603304"/>
            <a:ext cx="8484123" cy="4772319"/>
          </a:xfrm>
          <a:prstGeom prst="rect">
            <a:avLst/>
          </a:prstGeom>
        </p:spPr>
      </p:pic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DDE37E11-F532-12C9-EB31-1A8F6DC60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9054" y="3397559"/>
            <a:ext cx="2355479" cy="2355479"/>
          </a:xfrm>
          <a:prstGeom prst="rect">
            <a:avLst/>
          </a:prstGeom>
        </p:spPr>
      </p:pic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23893DAE-7497-591E-C437-73D19DAE32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6598" y="3435356"/>
            <a:ext cx="2355479" cy="2355479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446006BC-C6E9-0F58-F4AB-39B0EBA9E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1642" y="3397559"/>
            <a:ext cx="2355479" cy="2355479"/>
          </a:xfrm>
          <a:prstGeom prst="rect">
            <a:avLst/>
          </a:prstGeom>
        </p:spPr>
      </p:pic>
      <p:sp>
        <p:nvSpPr>
          <p:cNvPr id="18" name="右矢印 17">
            <a:extLst>
              <a:ext uri="{FF2B5EF4-FFF2-40B4-BE49-F238E27FC236}">
                <a16:creationId xmlns:a16="http://schemas.microsoft.com/office/drawing/2014/main" id="{8D3CAE31-C885-2AA7-E58C-2DCEBD86891D}"/>
              </a:ext>
            </a:extLst>
          </p:cNvPr>
          <p:cNvSpPr/>
          <p:nvPr/>
        </p:nvSpPr>
        <p:spPr>
          <a:xfrm>
            <a:off x="3997675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10C5BB9D-00EC-6B02-3D25-B84C3831B01B}"/>
              </a:ext>
            </a:extLst>
          </p:cNvPr>
          <p:cNvSpPr/>
          <p:nvPr/>
        </p:nvSpPr>
        <p:spPr>
          <a:xfrm rot="10800000">
            <a:off x="7232631" y="4251097"/>
            <a:ext cx="963284" cy="648402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35</cp:revision>
  <dcterms:created xsi:type="dcterms:W3CDTF">2026-03-31T15:52:12Z</dcterms:created>
  <dcterms:modified xsi:type="dcterms:W3CDTF">2026-04-23T15:33:49Z</dcterms:modified>
</cp:coreProperties>
</file>