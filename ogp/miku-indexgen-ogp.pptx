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8" r:id="rId2"/>
    <p:sldId id="257" r:id="rId3"/>
  </p:sldIdLst>
  <p:sldSz cx="12193588" cy="6094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94643"/>
  </p:normalViewPr>
  <p:slideViewPr>
    <p:cSldViewPr snapToGrid="0">
      <p:cViewPr varScale="1">
        <p:scale>
          <a:sx n="105" d="100"/>
          <a:sy n="105" d="100"/>
        </p:scale>
        <p:origin x="54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35322-EB9C-4947-815B-864C51DCC34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2E336-B311-4947-89B3-858C49D965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28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F4E7-D740-5DBD-262C-C54B364D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95A328-E8FF-A8E6-922A-B74EFE28D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FEF6D9C-7DC4-C96A-4E66-ED56A19C8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5248F1-682B-198D-DDED-7D171ABB2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2E336-B311-4947-89B3-858C49D9652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38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D1C1BEA-D810-1EE1-5371-118F457D6D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88826" cy="609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4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07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519372"/>
            <a:ext cx="10516970" cy="2535106"/>
          </a:xfrm>
        </p:spPr>
        <p:txBody>
          <a:bodyPr anchor="b"/>
          <a:lstStyle>
            <a:lvl1pPr>
              <a:defRPr sz="533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078461"/>
            <a:ext cx="10516970" cy="1333152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1pPr>
            <a:lvl2pPr marL="406314" indent="0">
              <a:buNone/>
              <a:defRPr sz="1777">
                <a:solidFill>
                  <a:schemeClr val="tx1">
                    <a:tint val="82000"/>
                  </a:schemeClr>
                </a:solidFill>
              </a:defRPr>
            </a:lvl2pPr>
            <a:lvl3pPr marL="812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218941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4pPr>
            <a:lvl5pPr marL="162525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5pPr>
            <a:lvl6pPr marL="2031568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6pPr>
            <a:lvl7pPr marL="2437882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7pPr>
            <a:lvl8pPr marL="284419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8pPr>
            <a:lvl9pPr marL="3250509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65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09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24472"/>
            <a:ext cx="10516970" cy="117797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493978"/>
            <a:ext cx="5158459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226153"/>
            <a:ext cx="5158459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493978"/>
            <a:ext cx="5183863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226153"/>
            <a:ext cx="5183863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9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414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45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877483"/>
            <a:ext cx="6173004" cy="4330983"/>
          </a:xfrm>
        </p:spPr>
        <p:txBody>
          <a:bodyPr/>
          <a:lstStyle>
            <a:lvl1pPr>
              <a:defRPr sz="2844"/>
            </a:lvl1pPr>
            <a:lvl2pPr>
              <a:defRPr sz="2488"/>
            </a:lvl2pPr>
            <a:lvl3pPr>
              <a:defRPr sz="2133"/>
            </a:lvl3pPr>
            <a:lvl4pPr>
              <a:defRPr sz="1777"/>
            </a:lvl4pPr>
            <a:lvl5pPr>
              <a:defRPr sz="1777"/>
            </a:lvl5pPr>
            <a:lvl6pPr>
              <a:defRPr sz="1777"/>
            </a:lvl6pPr>
            <a:lvl7pPr>
              <a:defRPr sz="1777"/>
            </a:lvl7pPr>
            <a:lvl8pPr>
              <a:defRPr sz="1777"/>
            </a:lvl8pPr>
            <a:lvl9pPr>
              <a:defRPr sz="17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66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877483"/>
            <a:ext cx="6173004" cy="4330983"/>
          </a:xfrm>
        </p:spPr>
        <p:txBody>
          <a:bodyPr anchor="t"/>
          <a:lstStyle>
            <a:lvl1pPr marL="0" indent="0">
              <a:buNone/>
              <a:defRPr sz="2844"/>
            </a:lvl1pPr>
            <a:lvl2pPr marL="406314" indent="0">
              <a:buNone/>
              <a:defRPr sz="2488"/>
            </a:lvl2pPr>
            <a:lvl3pPr marL="812627" indent="0">
              <a:buNone/>
              <a:defRPr sz="2133"/>
            </a:lvl3pPr>
            <a:lvl4pPr marL="1218941" indent="0">
              <a:buNone/>
              <a:defRPr sz="1777"/>
            </a:lvl4pPr>
            <a:lvl5pPr marL="1625255" indent="0">
              <a:buNone/>
              <a:defRPr sz="1777"/>
            </a:lvl5pPr>
            <a:lvl6pPr marL="2031568" indent="0">
              <a:buNone/>
              <a:defRPr sz="1777"/>
            </a:lvl6pPr>
            <a:lvl7pPr marL="2437882" indent="0">
              <a:buNone/>
              <a:defRPr sz="1777"/>
            </a:lvl7pPr>
            <a:lvl8pPr marL="2844195" indent="0">
              <a:buNone/>
              <a:defRPr sz="1777"/>
            </a:lvl8pPr>
            <a:lvl9pPr marL="3250509" indent="0">
              <a:buNone/>
              <a:defRPr sz="177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8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76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24471"/>
            <a:ext cx="2629242" cy="51647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24471"/>
            <a:ext cx="7735307" cy="51647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66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24472"/>
            <a:ext cx="10516970" cy="1177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622355"/>
            <a:ext cx="10516970" cy="3866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5648618"/>
            <a:ext cx="4115336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69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627" rtl="0" eaLnBrk="1" latinLnBrk="0" hangingPunct="1">
        <a:lnSpc>
          <a:spcPct val="90000"/>
        </a:lnSpc>
        <a:spcBef>
          <a:spcPct val="0"/>
        </a:spcBef>
        <a:buNone/>
        <a:defRPr kumimoji="1" sz="39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157" indent="-203157" algn="l" defTabSz="812627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2488" kern="1200">
          <a:solidFill>
            <a:schemeClr val="tx1"/>
          </a:solidFill>
          <a:latin typeface="+mn-lt"/>
          <a:ea typeface="+mn-ea"/>
          <a:cs typeface="+mn-cs"/>
        </a:defRPr>
      </a:lvl1pPr>
      <a:lvl2pPr marL="609470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5784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777" kern="1200">
          <a:solidFill>
            <a:schemeClr val="tx1"/>
          </a:solidFill>
          <a:latin typeface="+mn-lt"/>
          <a:ea typeface="+mn-ea"/>
          <a:cs typeface="+mn-cs"/>
        </a:defRPr>
      </a:lvl3pPr>
      <a:lvl4pPr marL="1422098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11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4725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039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7352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3666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314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627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41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25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568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7882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19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509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D2E1375-D8FB-9BD6-668F-27A9DE1838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01436" y="-344784"/>
            <a:ext cx="7458400" cy="4195351"/>
          </a:xfrm>
          <a:prstGeom prst="rect">
            <a:avLst/>
          </a:prstGeom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B1BF6E82-978A-B7C9-222E-17AC27008A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62606" y="48307"/>
            <a:ext cx="10662750" cy="5997797"/>
          </a:xfrm>
          <a:prstGeom prst="rect">
            <a:avLst/>
          </a:prstGeom>
        </p:spPr>
      </p:pic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F804F19E-3EFC-B71B-E837-1AB5B19B4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4537" y="603304"/>
            <a:ext cx="8484123" cy="4772319"/>
          </a:xfrm>
          <a:prstGeom prst="rect">
            <a:avLst/>
          </a:prstGeom>
        </p:spPr>
      </p:pic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CEDF0726-FB8B-3877-5CEA-FF42E5D1B0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9054" y="3397559"/>
            <a:ext cx="2355479" cy="2355479"/>
          </a:xfrm>
          <a:prstGeom prst="rect">
            <a:avLst/>
          </a:prstGeom>
        </p:spPr>
      </p:pic>
      <p:pic>
        <p:nvPicPr>
          <p:cNvPr id="15" name="グラフィックス 14">
            <a:extLst>
              <a:ext uri="{FF2B5EF4-FFF2-40B4-BE49-F238E27FC236}">
                <a16:creationId xmlns:a16="http://schemas.microsoft.com/office/drawing/2014/main" id="{C76C2B4A-3384-5347-71E2-A7427F5699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6598" y="3435356"/>
            <a:ext cx="2355479" cy="2355479"/>
          </a:xfrm>
          <a:prstGeom prst="rect">
            <a:avLst/>
          </a:prstGeom>
        </p:spPr>
      </p:pic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B19D0D8E-8618-BBB8-08EB-B36528812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1642" y="3397559"/>
            <a:ext cx="2355479" cy="2355479"/>
          </a:xfrm>
          <a:prstGeom prst="rect">
            <a:avLst/>
          </a:prstGeom>
        </p:spPr>
      </p:pic>
      <p:sp>
        <p:nvSpPr>
          <p:cNvPr id="18" name="右矢印 17">
            <a:extLst>
              <a:ext uri="{FF2B5EF4-FFF2-40B4-BE49-F238E27FC236}">
                <a16:creationId xmlns:a16="http://schemas.microsoft.com/office/drawing/2014/main" id="{A4E80DB6-BF2C-85CB-36AA-732A975D823E}"/>
              </a:ext>
            </a:extLst>
          </p:cNvPr>
          <p:cNvSpPr/>
          <p:nvPr/>
        </p:nvSpPr>
        <p:spPr>
          <a:xfrm>
            <a:off x="3997675" y="4251097"/>
            <a:ext cx="963284" cy="648402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右矢印 18">
            <a:extLst>
              <a:ext uri="{FF2B5EF4-FFF2-40B4-BE49-F238E27FC236}">
                <a16:creationId xmlns:a16="http://schemas.microsoft.com/office/drawing/2014/main" id="{7E3CA8C7-5841-F06D-1EAE-53070B2A4E74}"/>
              </a:ext>
            </a:extLst>
          </p:cNvPr>
          <p:cNvSpPr/>
          <p:nvPr/>
        </p:nvSpPr>
        <p:spPr>
          <a:xfrm rot="10800000">
            <a:off x="7232631" y="4251097"/>
            <a:ext cx="963284" cy="648402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147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7E7B-0FAD-BF2C-9486-770E8E1A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34A6B846-3C10-79C2-ABDF-C73DF7F058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01436" y="-344784"/>
            <a:ext cx="7458400" cy="4195351"/>
          </a:xfrm>
          <a:prstGeom prst="rect">
            <a:avLst/>
          </a:prstGeom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4C500A7C-43B1-C119-BDA4-C6194C338E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62606" y="48307"/>
            <a:ext cx="10662750" cy="5997797"/>
          </a:xfrm>
          <a:prstGeom prst="rect">
            <a:avLst/>
          </a:prstGeom>
        </p:spPr>
      </p:pic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565FFF66-53D1-5A58-C2DA-91AFBE4A0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4537" y="603304"/>
            <a:ext cx="8484123" cy="4772319"/>
          </a:xfrm>
          <a:prstGeom prst="rect">
            <a:avLst/>
          </a:prstGeom>
        </p:spPr>
      </p:pic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DDE37E11-F532-12C9-EB31-1A8F6DC60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9054" y="3397559"/>
            <a:ext cx="2355479" cy="2355479"/>
          </a:xfrm>
          <a:prstGeom prst="rect">
            <a:avLst/>
          </a:prstGeom>
        </p:spPr>
      </p:pic>
      <p:pic>
        <p:nvPicPr>
          <p:cNvPr id="16" name="グラフィックス 15">
            <a:extLst>
              <a:ext uri="{FF2B5EF4-FFF2-40B4-BE49-F238E27FC236}">
                <a16:creationId xmlns:a16="http://schemas.microsoft.com/office/drawing/2014/main" id="{23893DAE-7497-591E-C437-73D19DAE32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46598" y="3435356"/>
            <a:ext cx="2355479" cy="2355479"/>
          </a:xfrm>
          <a:prstGeom prst="rect">
            <a:avLst/>
          </a:prstGeom>
        </p:spPr>
      </p:pic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446006BC-C6E9-0F58-F4AB-39B0EBA9EE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1642" y="3397559"/>
            <a:ext cx="2355479" cy="2355479"/>
          </a:xfrm>
          <a:prstGeom prst="rect">
            <a:avLst/>
          </a:prstGeom>
        </p:spPr>
      </p:pic>
      <p:sp>
        <p:nvSpPr>
          <p:cNvPr id="18" name="右矢印 17">
            <a:extLst>
              <a:ext uri="{FF2B5EF4-FFF2-40B4-BE49-F238E27FC236}">
                <a16:creationId xmlns:a16="http://schemas.microsoft.com/office/drawing/2014/main" id="{8D3CAE31-C885-2AA7-E58C-2DCEBD86891D}"/>
              </a:ext>
            </a:extLst>
          </p:cNvPr>
          <p:cNvSpPr/>
          <p:nvPr/>
        </p:nvSpPr>
        <p:spPr>
          <a:xfrm>
            <a:off x="3997675" y="4251097"/>
            <a:ext cx="963284" cy="648402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右矢印 18">
            <a:extLst>
              <a:ext uri="{FF2B5EF4-FFF2-40B4-BE49-F238E27FC236}">
                <a16:creationId xmlns:a16="http://schemas.microsoft.com/office/drawing/2014/main" id="{10C5BB9D-00EC-6B02-3D25-B84C3831B01B}"/>
              </a:ext>
            </a:extLst>
          </p:cNvPr>
          <p:cNvSpPr/>
          <p:nvPr/>
        </p:nvSpPr>
        <p:spPr>
          <a:xfrm rot="10800000">
            <a:off x="7232631" y="4251097"/>
            <a:ext cx="963284" cy="648402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44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1</Words>
  <Application>Microsoft Macintosh PowerPoint</Application>
  <PresentationFormat>ユーザー設定</PresentationFormat>
  <Paragraphs>1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Toshiki Iga</dc:creator>
  <cp:lastModifiedBy>Toshiki Iga</cp:lastModifiedBy>
  <cp:revision>34</cp:revision>
  <dcterms:created xsi:type="dcterms:W3CDTF">2026-03-31T15:52:12Z</dcterms:created>
  <dcterms:modified xsi:type="dcterms:W3CDTF">2026-04-23T15:33:05Z</dcterms:modified>
</cp:coreProperties>
</file>