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8" r:id="rId2"/>
    <p:sldId id="257" r:id="rId3"/>
  </p:sldIdLst>
  <p:sldSz cx="12193588" cy="6094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27"/>
    <p:restoredTop sz="94643"/>
  </p:normalViewPr>
  <p:slideViewPr>
    <p:cSldViewPr snapToGrid="0">
      <p:cViewPr>
        <p:scale>
          <a:sx n="50" d="100"/>
          <a:sy n="50" d="100"/>
        </p:scale>
        <p:origin x="2272" y="1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35322-EB9C-4947-815B-864C51DCC349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2E336-B311-4947-89B3-858C49D965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0281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CF4E7-D740-5DBD-262C-C54B364D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995A328-E8FF-A8E6-922A-B74EFE28D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FEF6D9C-7DC4-C96A-4E66-ED56A19C8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5248F1-682B-198D-DDED-7D171ABB2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C2E336-B311-4947-89B3-858C49D9652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382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D1C1BEA-D810-1EE1-5371-118F457D6D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88826" cy="609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42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3074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8" y="1519372"/>
            <a:ext cx="10516970" cy="2535106"/>
          </a:xfrm>
        </p:spPr>
        <p:txBody>
          <a:bodyPr anchor="b"/>
          <a:lstStyle>
            <a:lvl1pPr>
              <a:defRPr sz="533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8" y="4078461"/>
            <a:ext cx="10516970" cy="1333152"/>
          </a:xfrm>
        </p:spPr>
        <p:txBody>
          <a:bodyPr/>
          <a:lstStyle>
            <a:lvl1pPr marL="0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1pPr>
            <a:lvl2pPr marL="406314" indent="0">
              <a:buNone/>
              <a:defRPr sz="1777">
                <a:solidFill>
                  <a:schemeClr val="tx1">
                    <a:tint val="82000"/>
                  </a:schemeClr>
                </a:solidFill>
              </a:defRPr>
            </a:lvl2pPr>
            <a:lvl3pPr marL="8126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218941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4pPr>
            <a:lvl5pPr marL="162525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5pPr>
            <a:lvl6pPr marL="2031568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6pPr>
            <a:lvl7pPr marL="2437882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7pPr>
            <a:lvl8pPr marL="284419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8pPr>
            <a:lvl9pPr marL="3250509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651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1622355"/>
            <a:ext cx="5182275" cy="386684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1622355"/>
            <a:ext cx="5182275" cy="386684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1098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324472"/>
            <a:ext cx="10516970" cy="117797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8" y="1493978"/>
            <a:ext cx="5158459" cy="73217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14" indent="0">
              <a:buNone/>
              <a:defRPr sz="1777" b="1"/>
            </a:lvl2pPr>
            <a:lvl3pPr marL="812627" indent="0">
              <a:buNone/>
              <a:defRPr sz="1600" b="1"/>
            </a:lvl3pPr>
            <a:lvl4pPr marL="1218941" indent="0">
              <a:buNone/>
              <a:defRPr sz="1422" b="1"/>
            </a:lvl4pPr>
            <a:lvl5pPr marL="1625255" indent="0">
              <a:buNone/>
              <a:defRPr sz="1422" b="1"/>
            </a:lvl5pPr>
            <a:lvl6pPr marL="2031568" indent="0">
              <a:buNone/>
              <a:defRPr sz="1422" b="1"/>
            </a:lvl6pPr>
            <a:lvl7pPr marL="2437882" indent="0">
              <a:buNone/>
              <a:defRPr sz="1422" b="1"/>
            </a:lvl7pPr>
            <a:lvl8pPr marL="2844195" indent="0">
              <a:buNone/>
              <a:defRPr sz="1422" b="1"/>
            </a:lvl8pPr>
            <a:lvl9pPr marL="3250509" indent="0">
              <a:buNone/>
              <a:defRPr sz="142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8" y="2226153"/>
            <a:ext cx="5158459" cy="3274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4" y="1493978"/>
            <a:ext cx="5183863" cy="73217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14" indent="0">
              <a:buNone/>
              <a:defRPr sz="1777" b="1"/>
            </a:lvl2pPr>
            <a:lvl3pPr marL="812627" indent="0">
              <a:buNone/>
              <a:defRPr sz="1600" b="1"/>
            </a:lvl3pPr>
            <a:lvl4pPr marL="1218941" indent="0">
              <a:buNone/>
              <a:defRPr sz="1422" b="1"/>
            </a:lvl4pPr>
            <a:lvl5pPr marL="1625255" indent="0">
              <a:buNone/>
              <a:defRPr sz="1422" b="1"/>
            </a:lvl5pPr>
            <a:lvl6pPr marL="2031568" indent="0">
              <a:buNone/>
              <a:defRPr sz="1422" b="1"/>
            </a:lvl6pPr>
            <a:lvl7pPr marL="2437882" indent="0">
              <a:buNone/>
              <a:defRPr sz="1422" b="1"/>
            </a:lvl7pPr>
            <a:lvl8pPr marL="2844195" indent="0">
              <a:buNone/>
              <a:defRPr sz="1422" b="1"/>
            </a:lvl8pPr>
            <a:lvl9pPr marL="3250509" indent="0">
              <a:buNone/>
              <a:defRPr sz="142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4" y="2226153"/>
            <a:ext cx="5183863" cy="3274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897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414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345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06294"/>
            <a:ext cx="3932749" cy="142203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877483"/>
            <a:ext cx="6173004" cy="4330983"/>
          </a:xfrm>
        </p:spPr>
        <p:txBody>
          <a:bodyPr/>
          <a:lstStyle>
            <a:lvl1pPr>
              <a:defRPr sz="2844"/>
            </a:lvl1pPr>
            <a:lvl2pPr>
              <a:defRPr sz="2488"/>
            </a:lvl2pPr>
            <a:lvl3pPr>
              <a:defRPr sz="2133"/>
            </a:lvl3pPr>
            <a:lvl4pPr>
              <a:defRPr sz="1777"/>
            </a:lvl4pPr>
            <a:lvl5pPr>
              <a:defRPr sz="1777"/>
            </a:lvl5pPr>
            <a:lvl6pPr>
              <a:defRPr sz="1777"/>
            </a:lvl6pPr>
            <a:lvl7pPr>
              <a:defRPr sz="1777"/>
            </a:lvl7pPr>
            <a:lvl8pPr>
              <a:defRPr sz="1777"/>
            </a:lvl8pPr>
            <a:lvl9pPr>
              <a:defRPr sz="17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1828324"/>
            <a:ext cx="3932749" cy="3387196"/>
          </a:xfrm>
        </p:spPr>
        <p:txBody>
          <a:bodyPr/>
          <a:lstStyle>
            <a:lvl1pPr marL="0" indent="0">
              <a:buNone/>
              <a:defRPr sz="1422"/>
            </a:lvl1pPr>
            <a:lvl2pPr marL="406314" indent="0">
              <a:buNone/>
              <a:defRPr sz="1244"/>
            </a:lvl2pPr>
            <a:lvl3pPr marL="812627" indent="0">
              <a:buNone/>
              <a:defRPr sz="1066"/>
            </a:lvl3pPr>
            <a:lvl4pPr marL="1218941" indent="0">
              <a:buNone/>
              <a:defRPr sz="889"/>
            </a:lvl4pPr>
            <a:lvl5pPr marL="1625255" indent="0">
              <a:buNone/>
              <a:defRPr sz="889"/>
            </a:lvl5pPr>
            <a:lvl6pPr marL="2031568" indent="0">
              <a:buNone/>
              <a:defRPr sz="889"/>
            </a:lvl6pPr>
            <a:lvl7pPr marL="2437882" indent="0">
              <a:buNone/>
              <a:defRPr sz="889"/>
            </a:lvl7pPr>
            <a:lvl8pPr marL="2844195" indent="0">
              <a:buNone/>
              <a:defRPr sz="889"/>
            </a:lvl8pPr>
            <a:lvl9pPr marL="3250509" indent="0">
              <a:buNone/>
              <a:defRPr sz="88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66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06294"/>
            <a:ext cx="3932749" cy="142203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877483"/>
            <a:ext cx="6173004" cy="4330983"/>
          </a:xfrm>
        </p:spPr>
        <p:txBody>
          <a:bodyPr anchor="t"/>
          <a:lstStyle>
            <a:lvl1pPr marL="0" indent="0">
              <a:buNone/>
              <a:defRPr sz="2844"/>
            </a:lvl1pPr>
            <a:lvl2pPr marL="406314" indent="0">
              <a:buNone/>
              <a:defRPr sz="2488"/>
            </a:lvl2pPr>
            <a:lvl3pPr marL="812627" indent="0">
              <a:buNone/>
              <a:defRPr sz="2133"/>
            </a:lvl3pPr>
            <a:lvl4pPr marL="1218941" indent="0">
              <a:buNone/>
              <a:defRPr sz="1777"/>
            </a:lvl4pPr>
            <a:lvl5pPr marL="1625255" indent="0">
              <a:buNone/>
              <a:defRPr sz="1777"/>
            </a:lvl5pPr>
            <a:lvl6pPr marL="2031568" indent="0">
              <a:buNone/>
              <a:defRPr sz="1777"/>
            </a:lvl6pPr>
            <a:lvl7pPr marL="2437882" indent="0">
              <a:buNone/>
              <a:defRPr sz="1777"/>
            </a:lvl7pPr>
            <a:lvl8pPr marL="2844195" indent="0">
              <a:buNone/>
              <a:defRPr sz="1777"/>
            </a:lvl8pPr>
            <a:lvl9pPr marL="3250509" indent="0">
              <a:buNone/>
              <a:defRPr sz="177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1828324"/>
            <a:ext cx="3932749" cy="3387196"/>
          </a:xfrm>
        </p:spPr>
        <p:txBody>
          <a:bodyPr/>
          <a:lstStyle>
            <a:lvl1pPr marL="0" indent="0">
              <a:buNone/>
              <a:defRPr sz="1422"/>
            </a:lvl1pPr>
            <a:lvl2pPr marL="406314" indent="0">
              <a:buNone/>
              <a:defRPr sz="1244"/>
            </a:lvl2pPr>
            <a:lvl3pPr marL="812627" indent="0">
              <a:buNone/>
              <a:defRPr sz="1066"/>
            </a:lvl3pPr>
            <a:lvl4pPr marL="1218941" indent="0">
              <a:buNone/>
              <a:defRPr sz="889"/>
            </a:lvl4pPr>
            <a:lvl5pPr marL="1625255" indent="0">
              <a:buNone/>
              <a:defRPr sz="889"/>
            </a:lvl5pPr>
            <a:lvl6pPr marL="2031568" indent="0">
              <a:buNone/>
              <a:defRPr sz="889"/>
            </a:lvl6pPr>
            <a:lvl7pPr marL="2437882" indent="0">
              <a:buNone/>
              <a:defRPr sz="889"/>
            </a:lvl7pPr>
            <a:lvl8pPr marL="2844195" indent="0">
              <a:buNone/>
              <a:defRPr sz="889"/>
            </a:lvl8pPr>
            <a:lvl9pPr marL="3250509" indent="0">
              <a:buNone/>
              <a:defRPr sz="88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38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0769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324471"/>
            <a:ext cx="2629242" cy="516473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09" y="324471"/>
            <a:ext cx="7735307" cy="516473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6666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324472"/>
            <a:ext cx="10516970" cy="11779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1622355"/>
            <a:ext cx="10516970" cy="3866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5648618"/>
            <a:ext cx="2743557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1D25D-9672-1046-9F68-22A5AFD0674C}" type="datetimeFigureOut">
              <a:rPr kumimoji="1" lang="ja-JP" altLang="en-US" smtClean="0"/>
              <a:t>2026/4/18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5648618"/>
            <a:ext cx="4115336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5648618"/>
            <a:ext cx="2743557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069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2627" rtl="0" eaLnBrk="1" latinLnBrk="0" hangingPunct="1">
        <a:lnSpc>
          <a:spcPct val="90000"/>
        </a:lnSpc>
        <a:spcBef>
          <a:spcPct val="0"/>
        </a:spcBef>
        <a:buNone/>
        <a:defRPr kumimoji="1" sz="39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157" indent="-203157" algn="l" defTabSz="812627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2488" kern="1200">
          <a:solidFill>
            <a:schemeClr val="tx1"/>
          </a:solidFill>
          <a:latin typeface="+mn-lt"/>
          <a:ea typeface="+mn-ea"/>
          <a:cs typeface="+mn-cs"/>
        </a:defRPr>
      </a:lvl1pPr>
      <a:lvl2pPr marL="609470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15784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777" kern="1200">
          <a:solidFill>
            <a:schemeClr val="tx1"/>
          </a:solidFill>
          <a:latin typeface="+mn-lt"/>
          <a:ea typeface="+mn-ea"/>
          <a:cs typeface="+mn-cs"/>
        </a:defRPr>
      </a:lvl3pPr>
      <a:lvl4pPr marL="1422098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11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34725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41039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47352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53666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314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627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41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255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1568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7882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4195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0509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6C02586B-5F7F-5DAF-CB24-20FCC0980D39}"/>
              </a:ext>
            </a:extLst>
          </p:cNvPr>
          <p:cNvGrpSpPr/>
          <p:nvPr/>
        </p:nvGrpSpPr>
        <p:grpSpPr>
          <a:xfrm>
            <a:off x="-1099293" y="-356976"/>
            <a:ext cx="14380994" cy="6286089"/>
            <a:chOff x="-1099293" y="-356976"/>
            <a:chExt cx="14380994" cy="6286089"/>
          </a:xfrm>
        </p:grpSpPr>
        <p:pic>
          <p:nvPicPr>
            <p:cNvPr id="32" name="グラフィックス 31">
              <a:extLst>
                <a:ext uri="{FF2B5EF4-FFF2-40B4-BE49-F238E27FC236}">
                  <a16:creationId xmlns:a16="http://schemas.microsoft.com/office/drawing/2014/main" id="{4B9286B1-9912-E671-6724-D128AF21E7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1001436" y="-356976"/>
              <a:ext cx="7458400" cy="4195351"/>
            </a:xfrm>
            <a:prstGeom prst="rect">
              <a:avLst/>
            </a:prstGeom>
          </p:spPr>
        </p:pic>
        <p:grpSp>
          <p:nvGrpSpPr>
            <p:cNvPr id="33" name="グループ化 32">
              <a:extLst>
                <a:ext uri="{FF2B5EF4-FFF2-40B4-BE49-F238E27FC236}">
                  <a16:creationId xmlns:a16="http://schemas.microsoft.com/office/drawing/2014/main" id="{7E19FA00-6FA6-D382-E4B7-660FCD213EA9}"/>
                </a:ext>
              </a:extLst>
            </p:cNvPr>
            <p:cNvGrpSpPr/>
            <p:nvPr/>
          </p:nvGrpSpPr>
          <p:grpSpPr>
            <a:xfrm>
              <a:off x="-1099293" y="605792"/>
              <a:ext cx="14380994" cy="5323321"/>
              <a:chOff x="-1459463" y="-519020"/>
              <a:chExt cx="14380994" cy="5323321"/>
            </a:xfrm>
          </p:grpSpPr>
          <p:pic>
            <p:nvPicPr>
              <p:cNvPr id="37" name="グラフィックス 36">
                <a:extLst>
                  <a:ext uri="{FF2B5EF4-FFF2-40B4-BE49-F238E27FC236}">
                    <a16:creationId xmlns:a16="http://schemas.microsoft.com/office/drawing/2014/main" id="{04FEF957-EF56-D7C4-A7ED-769201436F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-1459463" y="-519019"/>
                <a:ext cx="9463677" cy="5323319"/>
              </a:xfrm>
              <a:prstGeom prst="rect">
                <a:avLst/>
              </a:prstGeom>
            </p:spPr>
          </p:pic>
          <p:pic>
            <p:nvPicPr>
              <p:cNvPr id="38" name="グラフィックス 37">
                <a:extLst>
                  <a:ext uri="{FF2B5EF4-FFF2-40B4-BE49-F238E27FC236}">
                    <a16:creationId xmlns:a16="http://schemas.microsoft.com/office/drawing/2014/main" id="{1238279F-661C-CD2A-71E3-DA669F1BFE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457854" y="-519020"/>
                <a:ext cx="9463677" cy="5323319"/>
              </a:xfrm>
              <a:prstGeom prst="rect">
                <a:avLst/>
              </a:prstGeom>
            </p:spPr>
          </p:pic>
          <p:pic>
            <p:nvPicPr>
              <p:cNvPr id="39" name="グラフィックス 38">
                <a:extLst>
                  <a:ext uri="{FF2B5EF4-FFF2-40B4-BE49-F238E27FC236}">
                    <a16:creationId xmlns:a16="http://schemas.microsoft.com/office/drawing/2014/main" id="{7299F6FD-C590-001D-26F4-FE9CBEF1D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117473" y="-519018"/>
                <a:ext cx="9463677" cy="5323319"/>
              </a:xfrm>
              <a:prstGeom prst="rect">
                <a:avLst/>
              </a:prstGeom>
            </p:spPr>
          </p:pic>
        </p:grpSp>
        <p:pic>
          <p:nvPicPr>
            <p:cNvPr id="34" name="グラフィックス 33">
              <a:extLst>
                <a:ext uri="{FF2B5EF4-FFF2-40B4-BE49-F238E27FC236}">
                  <a16:creationId xmlns:a16="http://schemas.microsoft.com/office/drawing/2014/main" id="{41EC5CE3-57EF-700C-BBA3-5754EB5B29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978797" y="3535680"/>
              <a:ext cx="2185768" cy="2185768"/>
            </a:xfrm>
            <a:prstGeom prst="rect">
              <a:avLst/>
            </a:prstGeom>
          </p:spPr>
        </p:pic>
        <p:pic>
          <p:nvPicPr>
            <p:cNvPr id="35" name="グラフィックス 34">
              <a:extLst>
                <a:ext uri="{FF2B5EF4-FFF2-40B4-BE49-F238E27FC236}">
                  <a16:creationId xmlns:a16="http://schemas.microsoft.com/office/drawing/2014/main" id="{50061D47-B2E9-B402-9CCD-AD5E903FE9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029025" y="3535680"/>
              <a:ext cx="2185768" cy="2185768"/>
            </a:xfrm>
            <a:prstGeom prst="rect">
              <a:avLst/>
            </a:prstGeom>
          </p:spPr>
        </p:pic>
        <p:sp>
          <p:nvSpPr>
            <p:cNvPr id="36" name="右矢印 35">
              <a:extLst>
                <a:ext uri="{FF2B5EF4-FFF2-40B4-BE49-F238E27FC236}">
                  <a16:creationId xmlns:a16="http://schemas.microsoft.com/office/drawing/2014/main" id="{5DBA7DB6-4FB6-266C-5B7A-CCC1037F2943}"/>
                </a:ext>
              </a:extLst>
            </p:cNvPr>
            <p:cNvSpPr/>
            <p:nvPr/>
          </p:nvSpPr>
          <p:spPr>
            <a:xfrm>
              <a:off x="5555733" y="4187693"/>
              <a:ext cx="1307495" cy="881742"/>
            </a:xfrm>
            <a:prstGeom prst="rightArrow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71478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87E7B-0FAD-BF2C-9486-770E8E1AA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1334AEF5-57CB-6687-F167-D0F567215F47}"/>
              </a:ext>
            </a:extLst>
          </p:cNvPr>
          <p:cNvGrpSpPr/>
          <p:nvPr/>
        </p:nvGrpSpPr>
        <p:grpSpPr>
          <a:xfrm>
            <a:off x="-1099293" y="-356976"/>
            <a:ext cx="14380994" cy="6286089"/>
            <a:chOff x="-1099293" y="-356976"/>
            <a:chExt cx="14380994" cy="6286089"/>
          </a:xfrm>
        </p:grpSpPr>
        <p:pic>
          <p:nvPicPr>
            <p:cNvPr id="12" name="グラフィックス 11">
              <a:extLst>
                <a:ext uri="{FF2B5EF4-FFF2-40B4-BE49-F238E27FC236}">
                  <a16:creationId xmlns:a16="http://schemas.microsoft.com/office/drawing/2014/main" id="{B65930A7-99F8-3A1A-D225-92965AEE2D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001436" y="-356976"/>
              <a:ext cx="7458400" cy="4195351"/>
            </a:xfrm>
            <a:prstGeom prst="rect">
              <a:avLst/>
            </a:prstGeom>
          </p:spPr>
        </p:pic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F14FF0E6-4D43-2CAE-1048-14A2481E57A1}"/>
                </a:ext>
              </a:extLst>
            </p:cNvPr>
            <p:cNvGrpSpPr/>
            <p:nvPr/>
          </p:nvGrpSpPr>
          <p:grpSpPr>
            <a:xfrm>
              <a:off x="-1099293" y="605792"/>
              <a:ext cx="14380994" cy="5323321"/>
              <a:chOff x="-1459463" y="-519020"/>
              <a:chExt cx="14380994" cy="5323321"/>
            </a:xfrm>
          </p:grpSpPr>
          <p:pic>
            <p:nvPicPr>
              <p:cNvPr id="8" name="グラフィックス 7">
                <a:extLst>
                  <a:ext uri="{FF2B5EF4-FFF2-40B4-BE49-F238E27FC236}">
                    <a16:creationId xmlns:a16="http://schemas.microsoft.com/office/drawing/2014/main" id="{30B76BD5-C063-427A-50A2-DBBD0E6B9B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-1459463" y="-519019"/>
                <a:ext cx="9463677" cy="5323319"/>
              </a:xfrm>
              <a:prstGeom prst="rect">
                <a:avLst/>
              </a:prstGeom>
            </p:spPr>
          </p:pic>
          <p:pic>
            <p:nvPicPr>
              <p:cNvPr id="9" name="グラフィックス 8">
                <a:extLst>
                  <a:ext uri="{FF2B5EF4-FFF2-40B4-BE49-F238E27FC236}">
                    <a16:creationId xmlns:a16="http://schemas.microsoft.com/office/drawing/2014/main" id="{3659F675-DA25-B07F-C40A-D4E0D63A54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457854" y="-519020"/>
                <a:ext cx="9463677" cy="5323319"/>
              </a:xfrm>
              <a:prstGeom prst="rect">
                <a:avLst/>
              </a:prstGeom>
            </p:spPr>
          </p:pic>
          <p:pic>
            <p:nvPicPr>
              <p:cNvPr id="10" name="グラフィックス 9">
                <a:extLst>
                  <a:ext uri="{FF2B5EF4-FFF2-40B4-BE49-F238E27FC236}">
                    <a16:creationId xmlns:a16="http://schemas.microsoft.com/office/drawing/2014/main" id="{3E34B806-D677-7C5C-06C3-275F5FC967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117473" y="-519018"/>
                <a:ext cx="9463677" cy="5323319"/>
              </a:xfrm>
              <a:prstGeom prst="rect">
                <a:avLst/>
              </a:prstGeom>
            </p:spPr>
          </p:pic>
        </p:grpSp>
        <p:pic>
          <p:nvPicPr>
            <p:cNvPr id="4" name="グラフィックス 3">
              <a:extLst>
                <a:ext uri="{FF2B5EF4-FFF2-40B4-BE49-F238E27FC236}">
                  <a16:creationId xmlns:a16="http://schemas.microsoft.com/office/drawing/2014/main" id="{F163AA00-B38B-0CF5-B025-BF68EE818C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978797" y="3535680"/>
              <a:ext cx="2185768" cy="2185768"/>
            </a:xfrm>
            <a:prstGeom prst="rect">
              <a:avLst/>
            </a:prstGeom>
          </p:spPr>
        </p:pic>
        <p:pic>
          <p:nvPicPr>
            <p:cNvPr id="5" name="グラフィックス 4">
              <a:extLst>
                <a:ext uri="{FF2B5EF4-FFF2-40B4-BE49-F238E27FC236}">
                  <a16:creationId xmlns:a16="http://schemas.microsoft.com/office/drawing/2014/main" id="{B3BEB287-B04F-1A2A-2363-14F4DEFEFB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029025" y="3535680"/>
              <a:ext cx="2185768" cy="2185768"/>
            </a:xfrm>
            <a:prstGeom prst="rect">
              <a:avLst/>
            </a:prstGeom>
          </p:spPr>
        </p:pic>
        <p:sp>
          <p:nvSpPr>
            <p:cNvPr id="6" name="右矢印 5">
              <a:extLst>
                <a:ext uri="{FF2B5EF4-FFF2-40B4-BE49-F238E27FC236}">
                  <a16:creationId xmlns:a16="http://schemas.microsoft.com/office/drawing/2014/main" id="{F250B94B-636D-7E5D-7A96-FA53DF2350DF}"/>
                </a:ext>
              </a:extLst>
            </p:cNvPr>
            <p:cNvSpPr/>
            <p:nvPr/>
          </p:nvSpPr>
          <p:spPr>
            <a:xfrm>
              <a:off x="5555733" y="4187693"/>
              <a:ext cx="1307495" cy="881742"/>
            </a:xfrm>
            <a:prstGeom prst="rightArrow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13446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1</Words>
  <Application>Microsoft Macintosh PowerPoint</Application>
  <PresentationFormat>ユーザー設定</PresentationFormat>
  <Paragraphs>1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Toshiki Iga</dc:creator>
  <cp:lastModifiedBy>Toshiki Iga</cp:lastModifiedBy>
  <cp:revision>32</cp:revision>
  <dcterms:created xsi:type="dcterms:W3CDTF">2026-03-31T15:52:12Z</dcterms:created>
  <dcterms:modified xsi:type="dcterms:W3CDTF">2026-04-17T15:11:25Z</dcterms:modified>
</cp:coreProperties>
</file>