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43"/>
  </p:normalViewPr>
  <p:slideViewPr>
    <p:cSldViewPr snapToGrid="0">
      <p:cViewPr varScale="1">
        <p:scale>
          <a:sx n="104" d="100"/>
          <a:sy n="104" d="100"/>
        </p:scale>
        <p:origin x="-3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C02586B-5F7F-5DAF-CB24-20FCC0980D39}"/>
              </a:ext>
            </a:extLst>
          </p:cNvPr>
          <p:cNvGrpSpPr/>
          <p:nvPr/>
        </p:nvGrpSpPr>
        <p:grpSpPr>
          <a:xfrm>
            <a:off x="-1099293" y="-356976"/>
            <a:ext cx="14380994" cy="6286089"/>
            <a:chOff x="-1099293" y="-356976"/>
            <a:chExt cx="14380994" cy="6286089"/>
          </a:xfrm>
        </p:grpSpPr>
        <p:pic>
          <p:nvPicPr>
            <p:cNvPr id="32" name="グラフィックス 31">
              <a:extLst>
                <a:ext uri="{FF2B5EF4-FFF2-40B4-BE49-F238E27FC236}">
                  <a16:creationId xmlns:a16="http://schemas.microsoft.com/office/drawing/2014/main" id="{4B9286B1-9912-E671-6724-D128AF21E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001436" y="-356976"/>
              <a:ext cx="7458400" cy="4195351"/>
            </a:xfrm>
            <a:prstGeom prst="rect">
              <a:avLst/>
            </a:prstGeom>
          </p:spPr>
        </p:pic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7E19FA00-6FA6-D382-E4B7-660FCD213EA9}"/>
                </a:ext>
              </a:extLst>
            </p:cNvPr>
            <p:cNvGrpSpPr/>
            <p:nvPr/>
          </p:nvGrpSpPr>
          <p:grpSpPr>
            <a:xfrm>
              <a:off x="-1099293" y="605792"/>
              <a:ext cx="14380994" cy="5323321"/>
              <a:chOff x="-1459463" y="-519020"/>
              <a:chExt cx="14380994" cy="5323321"/>
            </a:xfrm>
          </p:grpSpPr>
          <p:pic>
            <p:nvPicPr>
              <p:cNvPr id="37" name="グラフィックス 36">
                <a:extLst>
                  <a:ext uri="{FF2B5EF4-FFF2-40B4-BE49-F238E27FC236}">
                    <a16:creationId xmlns:a16="http://schemas.microsoft.com/office/drawing/2014/main" id="{04FEF957-EF56-D7C4-A7ED-769201436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1459463" y="-519019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38" name="グラフィックス 37">
                <a:extLst>
                  <a:ext uri="{FF2B5EF4-FFF2-40B4-BE49-F238E27FC236}">
                    <a16:creationId xmlns:a16="http://schemas.microsoft.com/office/drawing/2014/main" id="{1238279F-661C-CD2A-71E3-DA669F1BF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457854" y="-519020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39" name="グラフィックス 38">
                <a:extLst>
                  <a:ext uri="{FF2B5EF4-FFF2-40B4-BE49-F238E27FC236}">
                    <a16:creationId xmlns:a16="http://schemas.microsoft.com/office/drawing/2014/main" id="{7299F6FD-C590-001D-26F4-FE9CBEF1D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17473" y="-519018"/>
                <a:ext cx="9463677" cy="5323319"/>
              </a:xfrm>
              <a:prstGeom prst="rect">
                <a:avLst/>
              </a:prstGeom>
            </p:spPr>
          </p:pic>
        </p:grpSp>
        <p:pic>
          <p:nvPicPr>
            <p:cNvPr id="34" name="グラフィックス 33">
              <a:extLst>
                <a:ext uri="{FF2B5EF4-FFF2-40B4-BE49-F238E27FC236}">
                  <a16:creationId xmlns:a16="http://schemas.microsoft.com/office/drawing/2014/main" id="{41EC5CE3-57EF-700C-BBA3-5754EB5B29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8797" y="3535680"/>
              <a:ext cx="2185768" cy="2185768"/>
            </a:xfrm>
            <a:prstGeom prst="rect">
              <a:avLst/>
            </a:prstGeom>
          </p:spPr>
        </p:pic>
        <p:pic>
          <p:nvPicPr>
            <p:cNvPr id="35" name="グラフィックス 34">
              <a:extLst>
                <a:ext uri="{FF2B5EF4-FFF2-40B4-BE49-F238E27FC236}">
                  <a16:creationId xmlns:a16="http://schemas.microsoft.com/office/drawing/2014/main" id="{50061D47-B2E9-B402-9CCD-AD5E903FE9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29025" y="3535680"/>
              <a:ext cx="2185768" cy="2185768"/>
            </a:xfrm>
            <a:prstGeom prst="rect">
              <a:avLst/>
            </a:prstGeom>
          </p:spPr>
        </p:pic>
        <p:sp>
          <p:nvSpPr>
            <p:cNvPr id="36" name="右矢印 35">
              <a:extLst>
                <a:ext uri="{FF2B5EF4-FFF2-40B4-BE49-F238E27FC236}">
                  <a16:creationId xmlns:a16="http://schemas.microsoft.com/office/drawing/2014/main" id="{5DBA7DB6-4FB6-266C-5B7A-CCC1037F2943}"/>
                </a:ext>
              </a:extLst>
            </p:cNvPr>
            <p:cNvSpPr/>
            <p:nvPr/>
          </p:nvSpPr>
          <p:spPr>
            <a:xfrm>
              <a:off x="5555733" y="4187693"/>
              <a:ext cx="1307495" cy="881742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B87BF9DC-7A76-5649-CDCB-6B29D3D4D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9756" y="-470766"/>
            <a:ext cx="7688287" cy="38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334AEF5-57CB-6687-F167-D0F567215F47}"/>
              </a:ext>
            </a:extLst>
          </p:cNvPr>
          <p:cNvGrpSpPr/>
          <p:nvPr/>
        </p:nvGrpSpPr>
        <p:grpSpPr>
          <a:xfrm>
            <a:off x="-1099293" y="-356976"/>
            <a:ext cx="14380994" cy="6286089"/>
            <a:chOff x="-1099293" y="-356976"/>
            <a:chExt cx="14380994" cy="6286089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B65930A7-99F8-3A1A-D225-92965AEE2D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001436" y="-356976"/>
              <a:ext cx="7458400" cy="4195351"/>
            </a:xfrm>
            <a:prstGeom prst="rect">
              <a:avLst/>
            </a:prstGeom>
          </p:spPr>
        </p:pic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F14FF0E6-4D43-2CAE-1048-14A2481E57A1}"/>
                </a:ext>
              </a:extLst>
            </p:cNvPr>
            <p:cNvGrpSpPr/>
            <p:nvPr/>
          </p:nvGrpSpPr>
          <p:grpSpPr>
            <a:xfrm>
              <a:off x="-1099293" y="605792"/>
              <a:ext cx="14380994" cy="5323321"/>
              <a:chOff x="-1459463" y="-519020"/>
              <a:chExt cx="14380994" cy="5323321"/>
            </a:xfrm>
          </p:grpSpPr>
          <p:pic>
            <p:nvPicPr>
              <p:cNvPr id="8" name="グラフィックス 7">
                <a:extLst>
                  <a:ext uri="{FF2B5EF4-FFF2-40B4-BE49-F238E27FC236}">
                    <a16:creationId xmlns:a16="http://schemas.microsoft.com/office/drawing/2014/main" id="{30B76BD5-C063-427A-50A2-DBBD0E6B9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-1459463" y="-519019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9" name="グラフィックス 8">
                <a:extLst>
                  <a:ext uri="{FF2B5EF4-FFF2-40B4-BE49-F238E27FC236}">
                    <a16:creationId xmlns:a16="http://schemas.microsoft.com/office/drawing/2014/main" id="{3659F675-DA25-B07F-C40A-D4E0D63A5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7854" y="-519020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10" name="グラフィックス 9">
                <a:extLst>
                  <a:ext uri="{FF2B5EF4-FFF2-40B4-BE49-F238E27FC236}">
                    <a16:creationId xmlns:a16="http://schemas.microsoft.com/office/drawing/2014/main" id="{3E34B806-D677-7C5C-06C3-275F5FC96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17473" y="-519018"/>
                <a:ext cx="9463677" cy="5323319"/>
              </a:xfrm>
              <a:prstGeom prst="rect">
                <a:avLst/>
              </a:prstGeom>
            </p:spPr>
          </p:pic>
        </p:grpSp>
        <p:pic>
          <p:nvPicPr>
            <p:cNvPr id="4" name="グラフィックス 3">
              <a:extLst>
                <a:ext uri="{FF2B5EF4-FFF2-40B4-BE49-F238E27FC236}">
                  <a16:creationId xmlns:a16="http://schemas.microsoft.com/office/drawing/2014/main" id="{F163AA00-B38B-0CF5-B025-BF68EE818C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78797" y="3535680"/>
              <a:ext cx="2185768" cy="2185768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B3BEB287-B04F-1A2A-2363-14F4DEFEFB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29025" y="3535680"/>
              <a:ext cx="2185768" cy="2185768"/>
            </a:xfrm>
            <a:prstGeom prst="rect">
              <a:avLst/>
            </a:prstGeom>
          </p:spPr>
        </p:pic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F250B94B-636D-7E5D-7A96-FA53DF2350DF}"/>
                </a:ext>
              </a:extLst>
            </p:cNvPr>
            <p:cNvSpPr/>
            <p:nvPr/>
          </p:nvSpPr>
          <p:spPr>
            <a:xfrm>
              <a:off x="5555733" y="4187693"/>
              <a:ext cx="1307495" cy="881742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27922985-E070-6821-92AE-ECE04C4613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89756" y="-470766"/>
            <a:ext cx="7688287" cy="38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34</cp:revision>
  <dcterms:created xsi:type="dcterms:W3CDTF">2026-03-31T15:52:12Z</dcterms:created>
  <dcterms:modified xsi:type="dcterms:W3CDTF">2026-04-23T15:18:40Z</dcterms:modified>
</cp:coreProperties>
</file>